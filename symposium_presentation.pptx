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200400" cy="32004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SYMPOSIUM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Stress-Testing Biomedical RAG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E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Pipeline Robustness Under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E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Noise, Conflict &amp; Unanswerable Conditions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749040"/>
            <a:ext cx="1691640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7673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BioASQ Challenge 13b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3749040"/>
            <a:ext cx="1691640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37673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3.1:8b (Ollama)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3749040"/>
            <a:ext cx="1691640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7673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MedCPT Embeddings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37960" y="3749040"/>
            <a:ext cx="1691640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7673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2793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Tanushree Nepal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097280" y="12344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systems are increasingly deployed in clinical decision support and biomedical literature review.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17556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real-world evidence is rarely clean.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60320" cy="21031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31720"/>
            <a:ext cx="25603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505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34015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and near-miss passages pollute the retrieved context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331720"/>
            <a:ext cx="2560320" cy="21031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331720"/>
            <a:ext cx="25603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4505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≠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7472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20440" y="34015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Contradictory evidence misleads generation even when retrieval is correct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331720"/>
            <a:ext cx="2560320" cy="21031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331720"/>
            <a:ext cx="25603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4505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0936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Unanswerable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55080" y="34015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Answer-bearing passages may be missing entirely from the index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robust is a state-of-the-art biomedical RAG pipeline under these conditions?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74320"/>
            <a:ext cx="8741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8741664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960120"/>
            <a:ext cx="2743200" cy="2651760"/>
          </a:xfrm>
          <a:prstGeom prst="rect">
            <a:avLst/>
          </a:prstGeom>
          <a:solidFill>
            <a:srgbClr val="EFF9FC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96012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107899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Noise Injection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896" y="150876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Levels: 30% · 50% · 70%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" y="182880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passages + near-miss passages injected into retrieved context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9544" y="960120"/>
            <a:ext cx="2743200" cy="2651760"/>
          </a:xfrm>
          <a:prstGeom prst="rect">
            <a:avLst/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9544" y="96012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07899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 Injection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19272" y="150876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Levels: 50/50 · 70/30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9272" y="182880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LLaMA-negated gold snippets replace a fraction of the true evidence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960120"/>
            <a:ext cx="2743200" cy="265176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960120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07899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Unanswerable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27648" y="150876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Levels: Partial · Full removal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27648" y="182880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Answer-bearing passages removed from context, testing pipeline abstention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" y="374904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TRACKED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1168" y="4069080"/>
            <a:ext cx="1353312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" y="408736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64208" y="4069080"/>
            <a:ext cx="1353312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64208" y="408736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MRR@k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27248" y="4069080"/>
            <a:ext cx="1353312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27248" y="408736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90288" y="4069080"/>
            <a:ext cx="1353312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0288" y="408736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Precision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53328" y="4069080"/>
            <a:ext cx="1353312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53328" y="408736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 (Groundedness)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16368" y="4069080"/>
            <a:ext cx="1353312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16368" y="408736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Score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1168" y="457200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Types: Factoid · List · Yes/No · Summary  |  BioASQ-13b dataset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74320"/>
            <a:ext cx="8741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Noise Injection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8741664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84124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adding irrelevant/near-miss passages degrades retrieval and generation</a:t>
            </a:r>
            <a:endParaRPr lang="en-US" sz="1100" dirty="0"/>
          </a:p>
        </p:txBody>
      </p:sp>
      <p:pic>
        <p:nvPicPr>
          <p:cNvPr id="6" name="Image 0" descr="/Users/tanushreenepal/Desktop/rag_stress_test/symposium/public/results/noise-degar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960120"/>
            <a:ext cx="557784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914400"/>
            <a:ext cx="2880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914400"/>
            <a:ext cx="28803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11155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 → 36%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126480" y="15910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MAP@k at 70% noise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1956816"/>
            <a:ext cx="2514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20939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126480" y="256946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Precision at 70% noise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26480" y="2935224"/>
            <a:ext cx="2514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307238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Stable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126480" y="3547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Score (generation compensates)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26480" y="3913632"/>
            <a:ext cx="2514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89320" y="4005072"/>
            <a:ext cx="2880360" cy="960120"/>
          </a:xfrm>
          <a:prstGeom prst="rect">
            <a:avLst/>
          </a:prstGeom>
          <a:solidFill>
            <a:srgbClr val="EFF9F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44768" y="405079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degrades monotonically with noise level. The generation layer partially compensates, but not enough to prevent task score decline.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74320"/>
            <a:ext cx="8741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 Injection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8741664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84124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contradicted gold passages affect groundedness and answer quality</a:t>
            </a:r>
            <a:endParaRPr lang="en-US" sz="1100" dirty="0"/>
          </a:p>
        </p:txBody>
      </p:sp>
      <p:pic>
        <p:nvPicPr>
          <p:cNvPr id="6" name="Image 0" descr="/Users/tanushreenepal/Desktop/rag_stress_test/symposium/public/results/conflict-degr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960120"/>
            <a:ext cx="557784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914400"/>
            <a:ext cx="2880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914400"/>
            <a:ext cx="28803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11155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88.4%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126480" y="15910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— unchanged by conflict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1956816"/>
            <a:ext cx="2514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20939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50.8% → 39.7%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126480" y="256946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Score at 70/30 conflict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26480" y="2935224"/>
            <a:ext cx="2514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307238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16.8% → 12.8%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126480" y="3547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 (Supported Claim Rate)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26480" y="3913632"/>
            <a:ext cx="2514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89320" y="4005072"/>
            <a:ext cx="2880360" cy="960120"/>
          </a:xfrm>
          <a:prstGeom prst="rect">
            <a:avLst/>
          </a:prstGeom>
          <a:solidFill>
            <a:srgbClr val="EFF9F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44768" y="405079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bypasses retrieval entirely. The pipeline retrieves correct gold passages but generates misleading answers — a generation-layer vulnerability.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74320"/>
            <a:ext cx="8741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Unanswerable Queries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8741664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84124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removing answer-bearing passages from the pipeline</a:t>
            </a:r>
            <a:endParaRPr lang="en-US" sz="1100" dirty="0"/>
          </a:p>
        </p:txBody>
      </p:sp>
      <p:pic>
        <p:nvPicPr>
          <p:cNvPr id="6" name="Image 0" descr="/Users/tanushreenepal/Desktop/rag_stress_test/symposium/public/results/unanserable-degr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960120"/>
            <a:ext cx="557784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914400"/>
            <a:ext cx="2880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914400"/>
            <a:ext cx="28803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11155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 → 1%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126480" y="15910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at Full removal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1956816"/>
            <a:ext cx="2514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20939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50.8% → 18.4%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126480" y="256946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Score at Full removal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26480" y="2935224"/>
            <a:ext cx="2514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307238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→ ~0%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126480" y="3547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collapses at Full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26480" y="3913632"/>
            <a:ext cx="2514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89320" y="4005072"/>
            <a:ext cx="2880360" cy="960120"/>
          </a:xfrm>
          <a:prstGeom prst="rect">
            <a:avLst/>
          </a:prstGeom>
          <a:solidFill>
            <a:srgbClr val="EFF9F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44768" y="405079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catastrophic condition. The pipeline has no abstention mechanism — it confidently generates incorrect answers when evidence is absent.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74320"/>
            <a:ext cx="8741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Conditions Hurt Which Metrics?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8741664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Users/tanushreenepal/Desktop/rag_stress_test/symposium/public/results/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914400"/>
            <a:ext cx="8741664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1168" y="4507992"/>
            <a:ext cx="8741664" cy="420624"/>
          </a:xfrm>
          <a:prstGeom prst="rect">
            <a:avLst/>
          </a:prstGeom>
          <a:solidFill>
            <a:srgbClr val="EFF9F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5354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uniquely destroyed by Unanswerable Full (1.0%).  Groundedness is low even at baseline (16.8%) — a pipeline-level finding.  Conflict spares retrieval but damages generation.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74320"/>
            <a:ext cx="8741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Degradation from Clean Baseline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8741664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Users/tanushreenepal/Desktop/rag_stress_test/symposium/public/results/performance-degra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914400"/>
            <a:ext cx="8741664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45920" y="4663440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01952" y="4663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Delta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023360" y="4663440"/>
            <a:ext cx="201168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79392" y="4663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Delta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4663440"/>
            <a:ext cx="201168" cy="201168"/>
          </a:xfrm>
          <a:prstGeom prst="rect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56832" y="4663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Delta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74320"/>
            <a:ext cx="8741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All Questions Are Equal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8741664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841248"/>
            <a:ext cx="8741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Score by Question Type × Condition — which types are most affected by each perturbation?</a:t>
            </a:r>
            <a:endParaRPr lang="en-US" sz="1100" dirty="0"/>
          </a:p>
        </p:txBody>
      </p:sp>
      <p:pic>
        <p:nvPicPr>
          <p:cNvPr id="6" name="Image 0" descr="/Users/tanushreenepal/Desktop/rag_stress_test/symposium/public/results/overall-degr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005840"/>
            <a:ext cx="8741664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4507992"/>
            <a:ext cx="8741664" cy="420624"/>
          </a:xfrm>
          <a:prstGeom prst="rect">
            <a:avLst/>
          </a:prstGeom>
          <a:solidFill>
            <a:srgbClr val="EFF9F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5354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questions are most resilient across all perturbation types.  Yes/No questions show the highest variance.  All types collapse under Unanswerable Full.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fragile in predictable, interpretable ways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1965960" cy="2926080"/>
          </a:xfrm>
          <a:prstGeom prst="rect">
            <a:avLst/>
          </a:prstGeom>
          <a:solidFill>
            <a:srgbClr val="1A3A5C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71600"/>
            <a:ext cx="19659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6002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 → 1%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collapse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0358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Unanswerable Full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65960" cy="2926080"/>
          </a:xfrm>
          <a:prstGeom prst="rect">
            <a:avLst/>
          </a:prstGeom>
          <a:solidFill>
            <a:srgbClr val="1A3A5C"/>
          </a:solidFill>
          <a:ln w="19050">
            <a:solidFill>
              <a:srgbClr val="E8943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371600"/>
            <a:ext cx="1965960" cy="73152"/>
          </a:xfrm>
          <a:prstGeom prst="rect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6002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−40 pp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51760" y="2606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MAP@k drop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30358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70% noise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1371600"/>
            <a:ext cx="1965960" cy="2926080"/>
          </a:xfrm>
          <a:prstGeom prst="rect">
            <a:avLst/>
          </a:prstGeom>
          <a:solidFill>
            <a:srgbClr val="1A3A5C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371600"/>
            <a:ext cx="19659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6002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Immune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892040" y="2606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under conflict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0358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P: ~75%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40880" y="1371600"/>
            <a:ext cx="1965960" cy="2926080"/>
          </a:xfrm>
          <a:prstGeom prst="rect">
            <a:avLst/>
          </a:prstGeom>
          <a:solidFill>
            <a:srgbClr val="1A3A5C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0" y="1371600"/>
            <a:ext cx="19659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16002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132320" y="2606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resilient type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30358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conditions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8992" y="10515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is a retrieval-layer problem. MAP@k degrades monotonically; the generation layer cannot compensate at high noise levels.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50292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190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992" y="176479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is a generation-layer problem. Retrieval stays intact, but the model hallucinates when contradictory evidence is present.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32304"/>
            <a:ext cx="50292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3230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8992" y="247802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Unanswerable conditions are catastrophic. The pipeline has no abstention capability — all metrics collapse to near zero.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45536"/>
            <a:ext cx="50292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4553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78992" y="319125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is low even at baseline (16.8% SCR). This is a fundamental limitation of the current prompting strategy.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229600" cy="877824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recalibration for conflict-aware retrieval  ·  Abstention mechanisms for unanswerable conditions  ·  Larger N across all question types  ·  Extensible to any domain-specific RAG evaluation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Tanushree Nepal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RAG Stress-Test  ·  BioASQ Challenge 13b  ·  Local LLaMA 3.1:8b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Stress-Testing Biomedical RAG</dc:title>
  <dc:subject>PptxGenJS Presentation</dc:subject>
  <dc:creator>Tanushree Nepal</dc:creator>
  <cp:lastModifiedBy>Tanushree Nepal</cp:lastModifiedBy>
  <cp:revision>1</cp:revision>
  <dcterms:created xsi:type="dcterms:W3CDTF">2026-03-31T20:51:25Z</dcterms:created>
  <dcterms:modified xsi:type="dcterms:W3CDTF">2026-03-31T20:51:25Z</dcterms:modified>
</cp:coreProperties>
</file>